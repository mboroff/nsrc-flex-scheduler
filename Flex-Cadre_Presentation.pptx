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97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broadcast_cyan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052560" y="91440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NSRC Flex-Cadre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788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Scheduling 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access &amp; scheduling layer for the club’s Flex Radios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solidFill>
            <a:srgbClr val="1B223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IN PROGRESS — NOT SCHEDULED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Shore Radio Club  •  Flex-Cadre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This Presentation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161B26"/>
          </a:solidFill>
          <a:ln/>
        </p:spPr>
      </p:sp>
      <p:pic>
        <p:nvPicPr>
          <p:cNvPr id="4" name="Image 0" descr="/home/claude/icons/clipboar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7190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what’s been built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21488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scheduling and access-control layer for the club’s Flex Radios.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161B26"/>
          </a:solidFill>
          <a:ln/>
        </p:spPr>
      </p:sp>
      <p:pic>
        <p:nvPicPr>
          <p:cNvPr id="8" name="Image 1" descr="/home/claude/icons/play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832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322783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the live system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828800" y="36576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reserve a slot, activate a radio, and see the admin tools — live.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57200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161B26"/>
          </a:solidFill>
          <a:ln/>
        </p:spPr>
      </p:sp>
      <p:pic>
        <p:nvPicPr>
          <p:cNvPr id="12" name="Image 2" descr="/home/claude/icons/flask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920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473659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expectations up front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828800" y="516636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proof of concept. No rollout has been scheduled.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history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Access Has Evolved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B26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of Mouth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credentials shared informally among a handful of users.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64408" y="34747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B2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65760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Mailing List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0" y="370332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manually on a personal PC.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99048" y="34747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61B26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groups.io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70332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platform — still just a list.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933688" y="347472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B2233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32688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26880" y="370332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ever occurred — but still no system that actually manages who has access.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Behind the Scenes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pieces of plumbing that make the scheduling system possible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161B26"/>
          </a:solidFill>
          <a:ln/>
        </p:spPr>
      </p:sp>
      <p:pic>
        <p:nvPicPr>
          <p:cNvPr id="5" name="Image 0" descr="/home/claude/icons/wifi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VPN on Every Pi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0120" y="306324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VPN server runs on the Raspberry Pi at each location. Devices on that LAN aren’t publicly reachable — you authenticate through the VPN first, which comes with its own built-in user management.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61B26"/>
          </a:solidFill>
          <a:ln/>
        </p:spPr>
      </p:sp>
      <p:pic>
        <p:nvPicPr>
          <p:cNvPr id="9" name="Image 1" descr="/home/claude/icons/exchange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11680"/>
            <a:ext cx="822960" cy="822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Pi-to-Pi Automation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46520" y="30632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 can power its radio up or down by software, and Pis can message each other — so one server can start up or shut down any radio. The system can also detect when a specific user logs in and out.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Developed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4" name="Image 0" descr="/home/claude/icons/calendar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Reservations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2402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reserve time on a radio through a shared calendar.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8" name="Image 1" descr="/home/claude/icons/power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830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Activation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43800" y="22402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 activates only if it isn’t currently reserved by someone else.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611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12" name="Image 2" descr="/home/claude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Dues Verification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011680" y="4389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checked against current NSRC membership dues.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3611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16" name="Image 3" descr="/home/claude/icons/usershield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93192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4380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Overrides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543800" y="4389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— resets, manual dues overrides, corrections — stay in admin hands.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flask_violet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074920" y="82296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0175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work in progress.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actual implementation has been scheduled.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intellectual challenge for me — and a just-in-case, should we ever want to add a layer of control over radio access.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  —  Disclaimer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play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548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61B2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1460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B2233"/>
          </a:solidFill>
          <a:ln/>
        </p:spPr>
      </p:sp>
      <p:sp>
        <p:nvSpPr>
          <p:cNvPr id="8" name="Text 5"/>
          <p:cNvSpPr/>
          <p:nvPr/>
        </p:nvSpPr>
        <p:spPr>
          <a:xfrm>
            <a:off x="251460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60604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61B26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48056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Slot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B2233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35508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Activation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61B26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012680" y="2377440"/>
            <a:ext cx="1691640" cy="1554480"/>
          </a:xfrm>
          <a:prstGeom prst="roundRect">
            <a:avLst>
              <a:gd name="adj" fmla="val 4706"/>
            </a:avLst>
          </a:prstGeom>
          <a:solidFill>
            <a:srgbClr val="1B2233"/>
          </a:solidFill>
          <a:ln/>
        </p:spPr>
      </p:sp>
      <p:sp>
        <p:nvSpPr>
          <p:cNvPr id="20" name="Text 17"/>
          <p:cNvSpPr/>
          <p:nvPr/>
        </p:nvSpPr>
        <p:spPr>
          <a:xfrm>
            <a:off x="10012680" y="2514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104120" y="30632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live, in order, on screen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One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scheduling site doesn’t control radios directly — it gatekeeps, then hands 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161B26"/>
          </a:solidFill>
          <a:ln/>
        </p:spPr>
      </p:sp>
      <p:pic>
        <p:nvPicPr>
          <p:cNvPr id="5" name="Image 0" descr="/home/claude/icons/calendar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Site (PHP)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7490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if the current hour is reserved by someone else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who has it, if it’s taken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Otherwise, opens the control dashboard in a new tab</a:t>
            </a:r>
            <a:endParaRPr lang="en-US" sz="1300" dirty="0"/>
          </a:p>
        </p:txBody>
      </p:sp>
      <p:pic>
        <p:nvPicPr>
          <p:cNvPr id="8" name="Image 1" descr="/home/claude/icons/exchange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520440"/>
            <a:ext cx="1005840" cy="1005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66560" y="201168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1B2233"/>
          </a:solidFill>
          <a:ln/>
        </p:spPr>
      </p:sp>
      <p:pic>
        <p:nvPicPr>
          <p:cNvPr id="10" name="Image 2" descr="/home/claude/icons/dish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286000"/>
            <a:ext cx="777240" cy="777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8660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Node-RED Dashboard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086600" y="3749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separate system — not part of this site’s code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 countdown until SmartLink is available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where the real radio control happens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 —  Radio Activation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Radio, Fully Automated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161B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of 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currently shut down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on session end</a:t>
            </a:r>
            <a:endParaRPr lang="en-US" sz="1300" dirty="0"/>
          </a:p>
        </p:txBody>
      </p:sp>
      <p:pic>
        <p:nvPicPr>
          <p:cNvPr id="6" name="Image 0" descr="/home/claude/icons/power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2976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349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MunEndfed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6766560" cy="4023360"/>
          </a:xfrm>
          <a:prstGeom prst="roundRect">
            <a:avLst>
              <a:gd name="adj" fmla="val 2273"/>
            </a:avLst>
          </a:prstGeom>
          <a:solidFill>
            <a:srgbClr val="1B2233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happens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20640" y="2331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Pi-to-Pi messaging and login/logout detection from Section 3 come together here: when a member’s session ends, the system recognizes it and tells the radio to power down on its own.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3657600"/>
            <a:ext cx="6035040" cy="18288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39319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four radios aren’t wired up for this yet — this is a proof of concept on one radio, not a finished rollout.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 —  Session End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Administering the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4" name="Image 0" descr="/home/claude/icons/userscog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2402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or revoke admin, edit any profile, reset a forgotten password, or delete an account.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72200" y="146304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8" name="Image 1" descr="/home/claude/icons/clipboard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830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737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Roster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43800" y="22402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club’s current dues CSV — replaces the previous list in one step.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611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12" name="Image 2" descr="/home/claude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31920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Dues Override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011680" y="4389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Call Sign current when payment hasn’t synced to the roster yet.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72200" y="3611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61B26"/>
          </a:solidFill>
          <a:ln/>
        </p:spPr>
      </p:sp>
      <p:pic>
        <p:nvPicPr>
          <p:cNvPr id="16" name="Image 3" descr="/home/claude/icons/server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93192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4380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 Health &amp; Power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543800" y="43891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temperature, CPU, memory, and disk — with reboot/shutdown for the super-admin.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5  —  Admin 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comment_cyan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074920" y="73152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 — not a plan.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42519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only. Nothing scheduled. Built as a personal challenge and a just-in-case.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23360" y="502920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161B26"/>
          </a:solidFill>
          <a:ln/>
        </p:spPr>
      </p:sp>
      <p:sp>
        <p:nvSpPr>
          <p:cNvPr id="7" name="Text 4"/>
          <p:cNvSpPr/>
          <p:nvPr/>
        </p:nvSpPr>
        <p:spPr>
          <a:xfrm>
            <a:off x="4023360" y="5029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 Shore Radio Club  •  Flex-Cadre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703</Words>
  <Application>Microsoft Macintosh PowerPoint</Application>
  <PresentationFormat>Widescreen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martin Boroff</cp:lastModifiedBy>
  <cp:revision>1</cp:revision>
  <dcterms:created xsi:type="dcterms:W3CDTF">2026-08-16T22:39:41Z</dcterms:created>
  <dcterms:modified xsi:type="dcterms:W3CDTF">2026-08-24T23:30:48Z</dcterms:modified>
</cp:coreProperties>
</file>